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11827"/>
                </a:solidFill>
                <a:latin typeface="Aptos"/>
              </a:defRPr>
            </a:pPr>
            <a:r>
              <a:t>Economía Internacional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B5563"/>
                </a:solidFill>
                <a:latin typeface="Aptos"/>
              </a:defRPr>
            </a:pPr>
            <a:r>
              <a:t>Clase [N] — [Título de la clase]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18288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Aptos"/>
              </a:defRPr>
            </a:pPr>
            <a:r>
              <a:t>[Marco de lectura o pregunta guía de la clase]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Aptos"/>
              </a:defRPr>
            </a:pPr>
            <a:r>
              <a:t>1/N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Clase [N]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  <a:latin typeface="Aptos"/>
              </a:defRPr>
            </a:pPr>
            <a:r>
              <a:t>[Sección / Subtema]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ptos"/>
              </a:defRPr>
            </a:pPr>
            <a:r>
              <a:t>[Título del slide]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Aptos"/>
              </a:defRPr>
            </a:pPr>
            <a:r>
              <a:t>[Contenido de la clase - bullet points, texto, etc.]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Aptos"/>
              </a:defRPr>
            </a:pPr>
            <a:r>
              <a:t>2/N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